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17F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COMPETITIVE INTELLIGENCE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HOME UX · AI STRATEGY RESEARCH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0789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리서치 보고서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· 애플 · 구글 · 중국 가전 3사(샤오미·하이센스·TCL) 대상 — 2026년 하반기~2027년 전략 수립 참고자료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292608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대상  6개사   |   방법론  리서치 → 검증 → 보고서 3단계 에이전트 파이프라인   |   작성일  2026-09-20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5321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56692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635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5669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D9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완료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56692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33개 claim 중 28개 확인(CONFIRMED) · 3개 부분확인 · 주요 정정 4건 반영. 방법론상 한계는 부록(08) 참고.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 리서치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27145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solidFill>
            <a:srgbClr val="217F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8988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550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파이프라인 개요와 핵심 시사점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20824"/>
            <a:ext cx="960120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39112"/>
            <a:ext cx="457200" cy="457200"/>
          </a:xfrm>
          <a:prstGeom prst="rect">
            <a:avLst/>
          </a:prstGeom>
          <a:solidFill>
            <a:srgbClr val="217F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11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27685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SmartThings 오픈 생태계 · Bixby 에이전틱 전환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42616"/>
            <a:ext cx="960120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60904"/>
            <a:ext cx="457200" cy="457200"/>
          </a:xfrm>
          <a:prstGeom prst="rect">
            <a:avLst/>
          </a:prstGeom>
          <a:solidFill>
            <a:srgbClr val="217F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633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8986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3 파트너십과 홈 허브 지연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64408"/>
            <a:ext cx="960120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solidFill>
            <a:srgbClr val="217F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2552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5204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for Home 전환과 구독형 수익모델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960120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904488"/>
            <a:ext cx="457200" cy="457200"/>
          </a:xfrm>
          <a:prstGeom prst="rect">
            <a:avLst/>
          </a:prstGeom>
          <a:solidFill>
            <a:srgbClr val="217FC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8770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 가전 3사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42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샤오미 · 하이센스 · TCL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07992"/>
            <a:ext cx="960120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solidFill>
            <a:srgbClr val="217F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44988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비교표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476402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개방성 · AI 아키텍처 · 가격/수익모델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129784"/>
            <a:ext cx="960120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148072"/>
            <a:ext cx="457200" cy="457200"/>
          </a:xfrm>
          <a:prstGeom prst="rect">
            <a:avLst/>
          </a:prstGeom>
          <a:solidFill>
            <a:srgbClr val="217FC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5120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공통 트렌드 &amp; LG전자 시사점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5385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논의가 필요한 4가지 포인트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751576"/>
            <a:ext cx="960120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769864"/>
            <a:ext cx="457200" cy="457200"/>
          </a:xfrm>
          <a:prstGeom prst="rect">
            <a:avLst/>
          </a:prstGeom>
          <a:solidFill>
            <a:srgbClr val="217FC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8640" y="5769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234440" y="57424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한계 &amp; 출처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234440" y="6007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방법론 한계와 참고 자료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6373368"/>
            <a:ext cx="960120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 리서치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27145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7335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대상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6개사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· 애플 · 구글 · 샤오미 · 하이센스 · TCL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73552" y="150876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56432" y="167335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claim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19659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33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24688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 확인, 3건 부분확인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98464" y="150876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81344" y="167335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정정 사항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81344" y="19659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4건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24688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애플-Gemini 3 파트너십 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23376" y="150876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06256" y="167335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06256" y="19659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906256" y="24688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→ 검증 → 보고서</a:t>
            </a:r>
            <a:endParaRPr lang="en-US" sz="1000" dirty="0"/>
          </a:p>
        </p:txBody>
      </p:sp>
      <p:pic>
        <p:nvPicPr>
          <p:cNvPr id="20" name="Image 0" descr="/tmp/claude-0/-home-user-lg-test-landing/290acf58-953b-5182-b076-c5ea5984467f/scratchpad/lg_report/icons/icon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612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34440" y="32186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명령형 비서 → 에이전틱 AI 전환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520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Bixby 4.0, 구글 Gemini for Home, 샤오미 miclaw 모두 "스스로 계획·실행하는 에이전트"로 전환 중</a:t>
            </a:r>
            <a:endParaRPr lang="en-US" sz="1100" dirty="0"/>
          </a:p>
        </p:txBody>
      </p:sp>
      <p:pic>
        <p:nvPicPr>
          <p:cNvPr id="23" name="Image 1" descr="/tmp/claude-0/-home-user-lg-test-landing/290acf58-953b-5182-b076-c5ea5984467f/scratchpad/lg_report/icons/icon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9768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234440" y="4270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LLM보다 외부 파트너십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234440" y="45720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애플이 자체 LLM 대신 Google Gemini 3와 제휴(연 ~$10억) — 프론티어 모델 아웃소싱이 대세</a:t>
            </a:r>
            <a:endParaRPr lang="en-US" sz="1100" dirty="0"/>
          </a:p>
        </p:txBody>
      </p:sp>
      <p:pic>
        <p:nvPicPr>
          <p:cNvPr id="26" name="Image 2" descr="/tmp/claude-0/-home-user-lg-test-landing/290acf58-953b-5182-b076-c5ea5984467f/scratchpad/lg_report/icons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4924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34440" y="53218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상호운용성 경쟁 심화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234440" y="5623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Matter 표준 위에서 카메라·서드파티 기기 지원 경쟁 (삼성 Matter 카메라, IKEA 연동 등)</a:t>
            </a:r>
            <a:endParaRPr lang="en-US" sz="1100" dirty="0"/>
          </a:p>
        </p:txBody>
      </p:sp>
      <p:pic>
        <p:nvPicPr>
          <p:cNvPr id="29" name="Image 3" descr="/tmp/claude-0/-home-user-lg-test-landing/290acf58-953b-5182-b076-c5ea5984467f/scratchpad/lg_report/icons/icon_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24612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766560" y="32186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 기반 홈 허브 경쟁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6766560" y="3520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Screens Everywhere, 애플 HomePad(미확정), 구글 Home Display(미확정) — 모두 "화면 있는 허브" 지향</a:t>
            </a:r>
            <a:endParaRPr lang="en-US" sz="1100" dirty="0"/>
          </a:p>
        </p:txBody>
      </p:sp>
      <p:pic>
        <p:nvPicPr>
          <p:cNvPr id="32" name="Image 4" descr="/tmp/claude-0/-home-user-lg-test-landing/290acf58-953b-5182-b076-c5ea5984467f/scratchpad/lg_report/icons/icon_t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429768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766560" y="4270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구독형 AI 수익모델 확산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6766560" y="45720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Gemini for Home 3단계 구독(무료/₩10K/₩20K대) — AI 기능의 유료화 시도</a:t>
            </a:r>
            <a:endParaRPr lang="en-US" sz="1100" dirty="0"/>
          </a:p>
        </p:txBody>
      </p:sp>
      <p:pic>
        <p:nvPicPr>
          <p:cNvPr id="35" name="Image 5" descr="/tmp/claude-0/-home-user-lg-test-landing/290acf58-953b-5182-b076-c5ea5984467f/scratchpad/lg_report/icons/icon_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5349240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66560" y="53218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루머·미확정 정보 다수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6766560" y="5623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애플·구글의 신규 하드웨어 상당수가 애널리스트 루머 단계 — 확정 사실과 구분 필요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 리서치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027145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SAMSUNG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— 개방형 생태계와 에이전틱 Bixby</a:t>
            </a:r>
            <a:endParaRPr lang="en-US" sz="2600" dirty="0"/>
          </a:p>
        </p:txBody>
      </p:sp>
      <p:pic>
        <p:nvPicPr>
          <p:cNvPr id="4" name="Image 0" descr="/tmp/claude-0/-home-user-lg-test-landing/290acf58-953b-5182-b076-c5ea5984467f/scratchpad/lg_report/icons/brand_sams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627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SmartThings 사용자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430M~500M*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*삼성 공식 자료 간 수치 불일치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73552" y="146304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456432" y="1627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가전 모델 수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456432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1,030종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3456432" y="2240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약 300종 → 3배 이상 확대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98464" y="146304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181344" y="1627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Bixby 4.0 출시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181344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2026.3.31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181344" y="2240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"device agent"로 전환</a:t>
            </a:r>
            <a:endParaRPr lang="en-US" sz="1000" dirty="0"/>
          </a:p>
        </p:txBody>
      </p:sp>
      <p:pic>
        <p:nvPicPr>
          <p:cNvPr id="17" name="Image 1" descr="/tmp/claude-0/-home-user-lg-test-landing/290acf58-953b-5182-b076-c5ea5984467f/scratchpad/lg_report/icons/icon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234440" y="2852928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생태계 (SmartThings)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234440" y="3154680"/>
            <a:ext cx="10405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Matter 1.5 기반 업계 최초 Matter 카메라 지원(2026년 초), IKEA 기기 25종 연동. 상호운용성을 핵심 전략 축으로 강조.</a:t>
            </a:r>
            <a:endParaRPr lang="en-US" sz="1100" dirty="0"/>
          </a:p>
        </p:txBody>
      </p:sp>
      <p:pic>
        <p:nvPicPr>
          <p:cNvPr id="20" name="Image 2" descr="/tmp/claude-0/-home-user-lg-test-landing/290acf58-953b-5182-b076-c5ea5984467f/scratchpad/lg_report/icons/icon_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7647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3749040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비서 전략 (Bixby)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234440" y="4050792"/>
            <a:ext cx="10405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기반 → LLM 기반 에이전틱 아키텍처로 전면 재설계. "voice assistant"에서 "device agent"로 진화.</a:t>
            </a:r>
            <a:endParaRPr lang="en-US" sz="1100" dirty="0"/>
          </a:p>
        </p:txBody>
      </p:sp>
      <p:pic>
        <p:nvPicPr>
          <p:cNvPr id="23" name="Image 3" descr="/tmp/claude-0/-home-user-lg-test-landing/290acf58-953b-5182-b076-c5ea5984467f/scratchpad/lg_report/icons/icon_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72584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645152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특징 (Screens Everywhere)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4946904"/>
            <a:ext cx="10405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9인치(냉장고)·7인치(오븐/세탁기) AI Home 디스플레이 확대. Family Hub AI Vision, Voice ID 화자 인식 탑재.</a:t>
            </a:r>
            <a:endParaRPr lang="en-US" sz="1100" dirty="0"/>
          </a:p>
        </p:txBody>
      </p:sp>
      <p:pic>
        <p:nvPicPr>
          <p:cNvPr id="26" name="Image 4" descr="/tmp/claude-0/-home-user-lg-test-landing/290acf58-953b-5182-b076-c5ea5984467f/scratchpad/lg_report/icons/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568696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554126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· 헬스케어 연계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234440" y="5843016"/>
            <a:ext cx="10405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Knox Matrix로 가전 간 보안 상태 상호 모니터링. Galaxy Watch/Ring 데이터 기반 초기 치매 감지 연구 확장(베타).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 리서치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027145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APPLE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 — Gemini 3 파트너십과 홈 허브 지연</a:t>
            </a:r>
            <a:endParaRPr lang="en-US" sz="2600" dirty="0"/>
          </a:p>
        </p:txBody>
      </p:sp>
      <p:pic>
        <p:nvPicPr>
          <p:cNvPr id="4" name="Image 0" descr="/tmp/claude-0/-home-user-lg-test-landing/290acf58-953b-5182-b076-c5ea5984467f/scratchpad/lg_report/icons/brand_ap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3FB"/>
          </a:solidFill>
          <a:ln w="12700">
            <a:solidFill>
              <a:srgbClr val="217FC4"/>
            </a:solidFill>
            <a:prstDash val="solid"/>
          </a:ln>
        </p:spPr>
      </p:sp>
      <p:pic>
        <p:nvPicPr>
          <p:cNvPr id="6" name="Image 1" descr="/tmp/claude-0/-home-user-lg-test-landing/290acf58-953b-5182-b076-c5ea5984467f/scratchpad/lg_report/icons/icon_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600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정정: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애플은 결국 자체 LLM이 아니라 Google Gemini 3를 채택했다. 2026년 1월 12일 멀티이어 제휴(연 약 $10억 규모) 공식 발표, iOS 26.4(2026년 3~4월)로 차세대 Siri/Apple Intelligence에 첫 기능 롤아웃. OpenAI·Anthropic은 검토 후 최종 탈락.</a:t>
            </a:r>
            <a:endParaRPr lang="en-US" sz="1200" dirty="0"/>
          </a:p>
        </p:txBody>
      </p:sp>
      <p:pic>
        <p:nvPicPr>
          <p:cNvPr id="8" name="Image 2" descr="/tmp/claude-0/-home-user-lg-test-landing/290acf58-953b-5182-b076-c5ea5984467f/scratchpad/lg_report/icons/icon_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88920"/>
            <a:ext cx="457200" cy="457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4440" y="2761488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비서 축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1234440" y="3063240"/>
            <a:ext cx="10405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Siri + Apple Intelligence + Google Gemini 3 조합. Matter, Apple Home 앱과 함께 2026 스마트홈 전략의 3대 축을 구성.</a:t>
            </a:r>
            <a:endParaRPr lang="en-US" sz="1100" dirty="0"/>
          </a:p>
        </p:txBody>
      </p:sp>
      <p:pic>
        <p:nvPicPr>
          <p:cNvPr id="11" name="Image 3" descr="/tmp/claude-0/-home-user-lg-test-landing/290acf58-953b-5182-b076-c5ea5984467f/scratchpad/lg_report/icons/icon_t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85032"/>
            <a:ext cx="457200" cy="4572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34440" y="3657600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홈 허브 (미확정)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1234440" y="3959352"/>
            <a:ext cx="10405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코드명 "J490", 7인치 디스플레이 "HomePad". Face ID 개인화, 출시는 2026년 가을 전망(예상가 $350, 미검증).</a:t>
            </a:r>
            <a:endParaRPr lang="en-US" sz="1100" dirty="0"/>
          </a:p>
        </p:txBody>
      </p:sp>
      <p:pic>
        <p:nvPicPr>
          <p:cNvPr id="14" name="Image 4" descr="/tmp/claude-0/-home-user-lg-test-landing/290acf58-953b-5182-b076-c5ea5984467f/scratchpad/lg_report/icons/icon_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81144"/>
            <a:ext cx="45720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34440" y="4553712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26 Home 앱 개편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1234440" y="4855464"/>
            <a:ext cx="10405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Liquid Glass 기반 플로팅 내비게이션, 최대 4개 카메라 동시 라이브뷰 등 UI 전면 개편.</a:t>
            </a:r>
            <a:endParaRPr lang="en-US" sz="1100" dirty="0"/>
          </a:p>
        </p:txBody>
      </p:sp>
      <p:pic>
        <p:nvPicPr>
          <p:cNvPr id="17" name="Image 5" descr="/tmp/claude-0/-home-user-lg-test-landing/290acf58-953b-5182-b076-c5ea5984467f/scratchpad/lg_report/icons/icon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477256"/>
            <a:ext cx="457200" cy="4572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234440" y="544982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프라이버시 철학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1234440" y="5751576"/>
            <a:ext cx="10405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최소화·온디바이스 처리 우선·투명성과 사용자 통제를 공식 원칙으로 유지.</a:t>
            </a:r>
            <a:endParaRPr lang="en-US" sz="1100" dirty="0"/>
          </a:p>
        </p:txBody>
      </p:sp>
      <p:sp>
        <p:nvSpPr>
          <p:cNvPr id="20" name="Text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 리서치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1027145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GOOGLE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— Gemini for Home 전환과 구독형 수익모델</a:t>
            </a:r>
            <a:endParaRPr lang="en-US" sz="2600" dirty="0"/>
          </a:p>
        </p:txBody>
      </p:sp>
      <p:pic>
        <p:nvPicPr>
          <p:cNvPr id="4" name="Image 0" descr="/tmp/claude-0/-home-user-lg-test-landing/290acf58-953b-5182-b076-c5ea5984467f/scratchpad/lg_report/icons/brand_goo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627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기기 규모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8억대+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with Google Home 프로그램 기준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73552" y="146304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456432" y="1627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전환 목표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456432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2026.3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3456432" y="2240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Assistant 지원 종료 목표 시점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98464" y="1463040"/>
            <a:ext cx="25420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181344" y="1627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Speaker 가격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181344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$99.99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181344" y="2240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봄 공식 출시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for Home 구독 모델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5486400" cy="17373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FC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₩0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Gemini 음성 제어, Ask Home 일부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Standard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$10/월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Live, AI 자동화 생성, 30일 영상 기록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Advanced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$20/월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 영상 기록, Home Brief, 자연어 영상 검색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6400800" y="2880360"/>
            <a:ext cx="5239512" cy="3566160"/>
          </a:xfrm>
          <a:prstGeom prst="roundRect">
            <a:avLst>
              <a:gd name="adj" fmla="val 2051"/>
            </a:avLst>
          </a:prstGeom>
          <a:solidFill>
            <a:srgbClr val="F5F7F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675120" y="3108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동향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675120" y="34747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Ask Home: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자동화 생성 및 영상 히스토리 검색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Home 4.0: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Home 앱 전면 재설계 (속도 개선, 3탭 구조)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Google Home Display (미확정):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앱 코드에서 문자열 발견, 공식 출시는 아직 미확정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신형 Nest Cam 라인: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Indoor $100 / Outdoor $150 / Doorbell $180, Walmart onn 브랜드 초저가 파트너십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 리서치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027145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CHINESE APPLIANCE MAKERS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 가전 3사 — 샤오미 · 하이센스 · TCL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F5F7FA"/>
          </a:solidFill>
          <a:ln/>
        </p:spPr>
      </p:sp>
      <p:pic>
        <p:nvPicPr>
          <p:cNvPr id="5" name="Image 0" descr="/tmp/claude-0/-home-user-lg-test-landing/290acf58-953b-5182-b076-c5ea5984467f/scratchpad/lg_report/icons/brand_xiao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샤오미 (Xiaomi)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× Car × Home 생태계, 자체 LLM "MiMo"를 지능 레이어로 사용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2026.3 자율형 AI 에이전트 "miclaw" 발표 (비공개 베타)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HyperOS 3: 폰↔iPad 미러링 등 애플 생태계와 크로스 디바이스 연동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IFA 2026: 380개+ 제품 공개, 유럽 스마트홈 연계 자동차 2027년 목표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34256" y="146304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F5F7FA"/>
          </a:solidFill>
          <a:ln/>
        </p:spPr>
      </p:sp>
      <p:pic>
        <p:nvPicPr>
          <p:cNvPr id="9" name="Image 1" descr="/tmp/claude-0/-home-user-lg-test-landing/290acf58-953b-5182-b076-c5ea5984467f/scratchpad/lg_report/icons/icon_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6916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48656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하이센스 (Hisense)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608576" y="246888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CES 2026 "Full-Scenario Smart Home Ecosystem" 공개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Microsoft와 협업 — Copilot을 TV에 통합, Xbox 클라우드 게이밍 지원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열펌프 세탁건조기 "X-zone Master" (CES Innovation Award)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휴머노이드 서비스 로봇 "Harley"(31자유도) 등 로봇 라인업 공개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19872" y="146304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F5F7FA"/>
          </a:solidFill>
          <a:ln/>
        </p:spPr>
      </p:sp>
      <p:pic>
        <p:nvPicPr>
          <p:cNvPr id="13" name="Image 2" descr="/tmp/claude-0/-home-user-lg-test-landing/290acf58-953b-5182-b076-c5ea5984467f/scratchpad/lg_report/icons/icon_t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69164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034272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394192" y="246888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CES 2026 "AI Smart Living" 포트폴리오 (가전+TV+AR글래스+프로젝터)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SQD-Mini LED 기술 세계 최초 공개 (TCL X11L)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IFA 2026 "TCL Inspiration Habitat", "AI-Inspired Life" 비전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85"+/Mini LED/Google TV OS 부문 글로벌 출하량 1위 (Triple Top 1)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 리서치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027145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COMPETITIVE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비교표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754880"/>
        </p:xfrm>
        <a:graphic>
          <a:graphicData uri="http://schemas.openxmlformats.org/drawingml/2006/table">
            <a:tbl>
              <a:tblPr/>
              <a:tblGrid>
                <a:gridCol w="1417320"/>
                <a:gridCol w="2651760"/>
                <a:gridCol w="2651760"/>
                <a:gridCol w="2651760"/>
                <a:gridCol w="1810512"/>
              </a:tblGrid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생태계 개방성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비서 아키텍처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스크린/허브 전략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가격·수익모델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FC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삼성전자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SmartThings + Matter, 업계 최초 Matter 카메라 지원 (높음)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Bixby 4.0 — 명령형 → LLM 에이전틱 전환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Screens Everywhere (9"/7" 디스플레이 가전 전반 확대)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판매 중심, 구독 모델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Matter 지원, 폐쇄적 생태계 기조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Siri + Google Gemini 3 (외부 파트너십, 2026.1 확정)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HomePad 스마트 디스플레이 (미확정, 2026 가을 전망)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하드웨어 중심, 구독 모델 불명확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Works with Google Home, 8억대+ 연동 (높음)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for Home — Assistant 전면 대체 진행 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Display 루머(미확정), Home Speaker $99.99 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for Home 3단계 구독 (무료/$10/$20)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샤오미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Human×Car×Home 자체 생태계 (자사 중심)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LLM "MiMo" + 자율 에이전트 "miclaw"(베타)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HyperOS 3 크로스 디바이스 (폰-태블릿-홈-차량)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하드웨어 판매 중심, 자동차까지 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하이센스 / TCL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생태계 + 외부 협업(MS Copilot 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AI + 외부 파트너십 혼합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TV/가전 중심 대형 스크린, AI Smart Living 포트폴리오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B0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경쟁력 기반 하드웨어 대량 공급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 리서치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27145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TRENDS &amp; IMPLICATIONS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공통 트렌드 &amp; LG전자 시사점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0" y="457200"/>
            <a:ext cx="2496312" cy="292608"/>
          </a:xfrm>
          <a:prstGeom prst="roundRect">
            <a:avLst>
              <a:gd name="adj" fmla="val 50000"/>
            </a:avLst>
          </a:prstGeom>
          <a:solidFill>
            <a:srgbClr val="3A2A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0" y="45720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논의 필요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1069848"/>
          </a:xfrm>
          <a:prstGeom prst="roundRect">
            <a:avLst>
              <a:gd name="adj" fmla="val 6838"/>
            </a:avLst>
          </a:prstGeom>
          <a:solidFill>
            <a:srgbClr val="F5F7F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01368"/>
            <a:ext cx="502920" cy="502920"/>
          </a:xfrm>
          <a:prstGeom prst="ellipse">
            <a:avLst/>
          </a:prstGeom>
          <a:solidFill>
            <a:srgbClr val="217F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71907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AI로의 전면 전환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05740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 Bixby 4.0, 구글 Gemini for Home, 샤오미 miclaw 모두 "명령을 듣는 비서"에서 "스스로 계획하고 실행하는 에이전트"로 전환했습니다. LG의 AI 홈 허브/ThinQ가 이 흐름에서 어느 위치에 있는지 점검이 필요합니다.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1091672" cy="1069848"/>
          </a:xfrm>
          <a:prstGeom prst="roundRect">
            <a:avLst>
              <a:gd name="adj" fmla="val 6838"/>
            </a:avLst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008376"/>
            <a:ext cx="502920" cy="502920"/>
          </a:xfrm>
          <a:prstGeom prst="ellipse">
            <a:avLst/>
          </a:prstGeom>
          <a:solidFill>
            <a:srgbClr val="217F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92608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LLM보다 외부 파트너십이 대세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264408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애플이 자체 LLM 대신 Google Gemini 3를 채택한 사례처럼, 자체 모델 개발보다 프론티어 모델과의 파트너십이 실용적 선택지로 굳어지고 있습니다. LG의 AI 모델 전략(자체 개발 vs 파트너십)을 재점검할 필요가 있습니다.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11091672" cy="1069848"/>
          </a:xfrm>
          <a:prstGeom prst="roundRect">
            <a:avLst>
              <a:gd name="adj" fmla="val 6838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215384"/>
            <a:ext cx="502920" cy="502920"/>
          </a:xfrm>
          <a:prstGeom prst="ellipse">
            <a:avLst/>
          </a:prstGeom>
          <a:solidFill>
            <a:srgbClr val="217F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13308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Matter 기반 개방형 상호운용성 경쟁 심화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471416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삼성의 Matter 카메라 지원, IKEA 연동처럼 표준 기반 개방성이 경쟁 우위 요소로 부상하고 있습니다. LG 생태계의 Matter/타 브랜드 상호운용성 수준을 경쟁사와 비교 점검할 필요가 있습니다.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221224"/>
            <a:ext cx="11091672" cy="1069848"/>
          </a:xfrm>
          <a:prstGeom prst="roundRect">
            <a:avLst>
              <a:gd name="adj" fmla="val 6838"/>
            </a:avLst>
          </a:prstGeom>
          <a:solidFill>
            <a:srgbClr val="F5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5422392"/>
            <a:ext cx="502920" cy="502920"/>
          </a:xfrm>
          <a:prstGeom prst="ellipse">
            <a:avLst/>
          </a:prstGeom>
          <a:solidFill>
            <a:srgbClr val="217F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534009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 허브 경쟁 + 구독형 수익모델 확산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5678424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삼성·애플·구글 모두 화면 기반 홈 허브를 지향하고, 구글은 AI 기능을 구독으로 유료화했습니다. LG의 홈 허브 하드웨어 전략과 AI 기능의 수익화 모델 검토가 필요합니다.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 리서치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27145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7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LIMITATIONS &amp; 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한계 &amp; 출처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5F7FA"/>
          </a:solidFill>
          <a:ln/>
        </p:spPr>
      </p:sp>
      <p:pic>
        <p:nvPicPr>
          <p:cNvPr id="5" name="Image 0" descr="/tmp/claude-0/-home-user-lg-test-landing/290acf58-953b-5182-b076-c5ea5984467f/scratchpad/lg_report/icons/icon_warnin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 한계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단계에서 네트워크 정책상 WebFetch가 차단되어, 원문 인용 URL 직접 열람 대신 WebSearch 스니펫 기반 교차검증을 수행함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Google의 다국가·다언어 확대 세부 일정(16개국·10개 언어)은 독립 소스로 완전히 재확인하지 못함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 HomePad의 정확한 사양·가격·출시일은 애널리스트 루머 기반으로, 공식 발표 전까지 미확정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샤오미 해외용 AI 비서의 Google Gemini 파트너십 여부는 계획 단계 언급으로 미확정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자체 데이터(ThinQ, AI홈 허브 등)와의 직접 비교는 이번 조사 범위에 포함되지 않음 — 별도 조사 필요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1463040"/>
            <a:ext cx="5513832" cy="4754880"/>
          </a:xfrm>
          <a:prstGeom prst="roundRect">
            <a:avLst>
              <a:gd name="adj" fmla="val 1538"/>
            </a:avLst>
          </a:prstGeom>
          <a:solidFill>
            <a:srgbClr val="F5F7FA"/>
          </a:solidFill>
          <a:ln/>
        </p:spPr>
      </p:sp>
      <p:pic>
        <p:nvPicPr>
          <p:cNvPr id="9" name="Image 1" descr="/tmp/claude-0/-home-user-lg-test-landing/290acf58-953b-5182-b076-c5ea5984467f/scratchpad/lg_report/icons/icon_magn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4088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(자료 유형)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23317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뉴스룸: news.samsung.com, blog.google, apple.com/privacy 등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업계/기술 매체: 9to5Google, MacRumors, TechBuzz.ai, GizmoChina 등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전시회 보도자료: CES 2026 · IFA 2026 공식 발표 및 PR Newswire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애널리스트 보도: Mark Gurman(Bloomberg) 등 — 루머성 항목은 본문에 "(미확정)" 표기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A0B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claim의 전체 출처 URL 목록은 별첨 competitor-research-report.md 참고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스마트홈 UX·AI 전략 리서치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27145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2026-09-20T07:56:59Z</dcterms:created>
  <dcterms:modified xsi:type="dcterms:W3CDTF">2026-09-20T07:56:59Z</dcterms:modified>
</cp:coreProperties>
</file>